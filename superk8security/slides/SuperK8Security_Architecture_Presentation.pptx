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AI SECURITY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SuperK8Security: Multi-Agent Kubernetes Platform Guardian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Zero-Trust Runtime Defense, Sandboxing &amp; Active Mitigation Architecture for Autonomous AI Agents on Kubernetes.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29184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THE MULTI-AGENT THREAT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Autonomous agents execute dynamic tool calls, probe internal endpoints, and ingest untrusted prompt payloads. Unrestricted agents cause prompt injections, lateral namespace pivoting, runaway token spikes, and host sandbox traversal.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743200"/>
            <a:ext cx="329184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ZERO-TRUST AGENT SANDBOXING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34747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Every agent pod is enforced with least-privilege boundaries: zero direct public internet egress, strict mTLS namespace scoping, read-only ServiceAccount tokens, and isolated local filesystem paths ("Only See What They See").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743200"/>
            <a:ext cx="329184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AUTONOMOUS ACTIVE DEFENSE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34747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Sub-second packet &amp; syscall eBPF inspection. Automatically drops malicious connections, freezes container cgroups, invalidates stolen tokens, and synthesizes declarative Human-in-the-Loop Auto-Correct mitigations.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INFRASTRUCTURE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SuperK8Security Cluster Topology &amp; Runtime Interceptors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Ingress &amp; Perimeter Defense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Edge API Gateway (Envoy/Kong)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DPI Prompt-Injection WAF Shield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Zero-Trust External Thread Blocker (POLICY-NET-ZERO-EXTERNAL-INGRESS)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Bans untrusted inbound public sockets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Enforces TLS termination &amp; mutual auth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Kubernetes Pod Sandboxes (x10)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10 Dedicated Agent Namespaces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Cilium eBPF L3/L4/L7 Packet Filters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Istio Sidecar mTLS Service Mesh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Envoy Local Token Bucket RateLimiter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Read-only Root Filesystem &amp; AppArmor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Disabled Token Automounting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SuperK8Security SOC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2860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Sub-ms Telemetry &amp; Syscall Ingestion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8 Enforced Policy Guardrails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Automated Pod Quarantine &amp; Isolation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HITL Auto-Correct Synthesis Engine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Real-Time WebSocket SOC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Tamper-Resistant Audit Log Export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SANDBOXING &amp; ACCESS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Granular Per-Agent Policy Scoping ("Only See What They See")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2918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Zero Internet Egress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POLICY-NET-ZERO-EGRESS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Default-deny egress to public endpoints. Agents access models solely through internal private LLM proxy gateways.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2918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Least-Privilege RBAC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POLICY-RBAC-LEAST-PRIVILEGE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No cluster-wide secrets or cluster-admin verbs. Tokens restricted to minimal read-only verbs within own namespace.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2918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Inter-Agent mTLS Scoping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POLICY-A2A-PERMISSIONS-009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286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Default-deny cross-namespace calls. Marketing agents cannot access Finance databases or HR registries without explicit grants.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840480"/>
          <a:ext cx="10607040" cy="2103120"/>
        </p:xfrm>
        <a:graphic>
          <a:graphicData uri="http://schemas.openxmlformats.org/drawingml/2006/table">
            <a:tbl>
              <a:tblPr/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Agent Persona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Namespace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Authorized Ingress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Authorized Egress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RBAC Privilege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agent-customer-support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crm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api-gateway.ingress.local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crm-backend.crm.svc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agent-code-reviewer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devops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github-webhook.devops.svc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internal-git.devops.svc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get, list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agent-billing-calc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finance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payment-queue.finance.svc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ledger-db.finance.svc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NONE (0 verbs)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agent-data-analyzer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analytics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kafka.analytics.svc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data-lake.analytics.svc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agent-lead-scorer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marketing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hubspot-webhook.marketing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marketing-db.marketing.svc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DEFENSE PIPELINE &amp; REACTION SEQUENCE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Ingress &amp; Egress Multi-Stage Inspection Sequence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PHASE 1: INGRESS THREAT INTERCEPTION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1. Inbound Connection Arrival: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External TCP socket or user prompt arrives at ingress.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2. Deep Inspection &amp; Perimeter Check: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POLICY-NET-ZERO-EXTERNAL-INGRESS: Rejects direct outside sockets.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POLICY-INGRESS-004: Scans payload against prompt injection patterns.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3. Immediate Mitigation: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Malicious prompt payloads dropped at Ingress WAF.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Direct external network threads severed at Cilium eBPF edge.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Attacker IP automatically blacklisted.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High severity incident emitted with full payload trace.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PHASE 2: EGRESS EXFILTRATION CONTAINMENT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1. Agent Dispatches Outbound Packet: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Pod attempts TCP SYN to public endpoint, unauthorized pod, or C2 IP.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2. Policy Match &amp; Socket Termination: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POLICY-NET-ZERO-EGRESS detects public internet destination.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Cilium eBPF sends immediate TCP RST (sub-millisecond drop).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3. Autonomous Quarantine &amp; HITL Patch: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Target pod transitioned to QUARANTINED state (trust score 50/100).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Dynamic CiliumNetworkPolicy applied to lock ingress/egress.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 • Declarative remediation diff queued for Human-in-the-Loop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INCIDENT RESPONSE &amp; HUMAN-IN-THE-LOOP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Pod-Level Forensic Attribution &amp; Auto-Correct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 Attribution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Every incident tags Pod Name, Agent Name, Namespace, IP, Node, Destination, and intercepted payload snippet.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4688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Auto-Correct Synthesis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01752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Engine automatically compiles declarative Kubernetes policy diffs (CiliumNetworkPolicy, EnvoyFilter, RBAC role) with 95%+ confidence.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4688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HITL Review &amp; Execution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 reviews the proposed diff on the SOC dashboard and executes "Approve &amp; Apply" or "Reject" with audit notes.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645920"/>
            <a:ext cx="24688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Automated Recovery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301752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Upon approval, the system unquarantines the pod, restores its trust score, and logs tamper-resistant proof.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VALIDATION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Comprehensive Threat Vectors Tested &amp; Validated (8 of 8 Blocked)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07040" cy="4754880"/>
        </p:xfrm>
        <a:graphic>
          <a:graphicData uri="http://schemas.openxmlformats.org/drawingml/2006/table">
            <a:tbl>
              <a:tblPr/>
              <a:tblGrid>
                <a:gridCol w="1515291"/>
                <a:gridCol w="1515291"/>
                <a:gridCol w="1515291"/>
                <a:gridCol w="1515291"/>
                <a:gridCol w="1515291"/>
                <a:gridCol w="1515291"/>
                <a:gridCol w="1515291"/>
              </a:tblGrid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Threat Scenario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Attack Vector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Target Pod / Agent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Policy Rule Violated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Remediation &amp; Auto-Correct Patch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Direct Public Egress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Exfiltration to Public Web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agent-inventory-tracker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POLICY-NET-ZERO-EGRESS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TCP SYN dropped; Pod quarantined; CiliumNetworkPolicy egress sealed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Lateral Agent-to-Agent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Cross-Namespace Probe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agent-lead-scorer -&gt; finance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POLICY-A2A-PERMISSIONS-009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Inter-namespace packet dropped; Istio AuthorizationPolicy mTLS enforced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Adversarial Prompt Injection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Ingress Jailbreak / Override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agent-customer-support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POLICY-INGRESS-004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Ingress WAF drops payload; IP banned via dynamic perimeter rule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Outside Ingress Thread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External Socket Bypass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agent-auth-sync (198.51.100.88)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POLICY-NET-ZERO-EXTERNAL-INGRESS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Direct external socket severed at Cilium eBPF edge; sealed to internal CIDR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Anomalous Token Burst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Runaway / Bulk LLM Exfil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agent-doc-summarizer (85,000t)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POLICY-TOKEN-QUOTA-012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Pod throttled (HTTP 429 backoff); Envoy Token Bucket RateLimit injected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RBAC Privilege Escalation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K8s API DaemonSet Abuse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agent-compliance-checker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POLICY-RBAC-LEAST-PRIVILEGE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K8s auditd abort; ServiceAccount token rotated &amp; automount revoked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Container Sandbox Escape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Host /etc/shadow &amp; Proc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agent-inventory-tracker (/proc)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POLICY-SEC-CONTAINER-ESCAPE-007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Container cgroup frozen; AppArmor/SELinux profile locked to read-only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External C2 Beaconing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Command &amp; Control Exfil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agent-auth-sync (203.0.113.x)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POLICY-NET-ZERO-EGRESS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Socket connection severed; egress destination blacklisted in Cilium eBPF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CONCLUSION &amp; ARCHITECT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Securing Autonomous Multi-Agent Estates on Kubernetes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Four Essential Architectural Principles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1. Zero-Trust Ingress &amp; Egress Boundaries: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   • Prohibit direct internet calls and outside inbound threads.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   • Route all model communications through monitored internal gateways.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2. Granular Multi-Tenant Namespace Isolation: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   • Never allow flat networking between specialized agents.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   • Enforce mutual TLS authorization policies.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3. Autonomous Remediation with Human Oversight: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   • Quarantine compromised pods in sub-milliseconds.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   • Synthesize declarative policy diffs for operator approval.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4. Immutable Forensic Traceability: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   • Log intercepted payloads, tokens, and syscalls for audits.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Live Platform Demonstration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The live multi-agent defense platform is running with full real-time telemetry: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Web SOC Dashboard: http://localhost:8000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Nginx Gateway Proxy: http://localhost:3000/devmode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Interactive Slide Deck: http://localhost:8000/slides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Monitored Pods: 10 Autonomous Agents across 10 Namespaces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Breach Simulation: 60-second rotating multi-vector engine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Defense Status: 8 of 8 Threats Autonomously Blocked (100%)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Evidence Packages: Full JSON, Syslog, and Markdown exports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NovaSmart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SuperK8Security Architecture Presentation</dc:title>
  <dc:subject>PptxGenJS Presentation</dc:subject>
  <dc:creator>Security Architect</dc:creator>
  <cp:lastModifiedBy>Security Architect</cp:lastModifiedBy>
  <cp:revision>1</cp:revision>
  <dcterms:created xsi:type="dcterms:W3CDTF">2026-10-08T22:44:59Z</dcterms:created>
  <dcterms:modified xsi:type="dcterms:W3CDTF">2026-10-08T22:44:59Z</dcterms:modified>
</cp:coreProperties>
</file>